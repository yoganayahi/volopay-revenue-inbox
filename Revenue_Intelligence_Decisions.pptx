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8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Intelligence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2E8"/>
                </a:solidFill>
              </a:defRPr>
            </a:pPr>
            <a:r>
              <a:t>The manager problem &amp; main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44 unique selected records: 30 calls + 14 meetings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18 usable texts after M07 update; 17 initially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Selected sample only — not a full-team day or representative performance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77056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Finding 1 · M07 turns 12–14: workaround works via invoice inbox, but direct upload remains unresolved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26864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Finding 2 · M01 turn 2: business-only eligibility boundary; do not imply personal-account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7667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Finding 3 · M02 turn 5: specific market requirement is unconfirmed; validate before promising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687"/>
                </a:solidFill>
              </a:defRPr>
            </a:pPr>
            <a:r>
              <a:t>VOLOPAY · ASSIGNMENT REVIEW          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8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Interface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2E8"/>
                </a:solidFill>
              </a:defRPr>
            </a:pPr>
            <a:r>
              <a:t>A review-first inbox, not a vanity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Dashboard shows selected-record activity, usable text coverage, source-reported connect rate and review/override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Filters: source type, person, review state and free-text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Each record exposes source evidence, suggested route, next step and source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50208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Missing text stays visible as an intake exception; it is not treated as a failed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00016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Deliberately omitted: pipeline totals, account matching and rep leaderboard — evidence is insufficient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687"/>
                </a:solidFill>
              </a:defRPr>
            </a:pPr>
            <a:r>
              <a:t>VOLOPAY · ASSIGNMENT REVIEW          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8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Routing &amp;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2E8"/>
                </a:solidFill>
              </a:defRPr>
            </a:pPr>
            <a:r>
              <a:t>Multi-route when evidence calls for it; human review when uncertain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Routes: Sales coaching · Deal next steps · Customer follow-up · Partnership review · Product / integration · Internal/vendor note · Needs human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M07 is routed to Product / integration; manual override is stored separately from suggested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Output layout: exports/outputs/{call,meeting}/SOURCE_ID.json plus manifest.csv and manifest.json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50208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Each output keeps evidence, route reason, next step, revision, review state and analysis freshness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00016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Rejected decision: one generic summary for every record; it would flatten distinct customer issues and hide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687"/>
                </a:solidFill>
              </a:defRPr>
            </a:pPr>
            <a:r>
              <a:t>VOLOPAY · ASSIGNMENT REVIEW          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8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2E8"/>
                </a:solidFill>
              </a:defRPr>
            </a:pPr>
            <a:r>
              <a:t>Check the number and trace the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Identity key: (source_type, source_id), never title, phone, record_ref or row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Initial batch = 44 unique records; repeated import remains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Update batch revises M07 to revision 2; count stays 44 and usable text count rises from 17 to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77056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Meeting evidence references use source ID + 1-based turn number; call evidence uses exact adapted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26864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Connection rate denominator: calls with non-null source-reported is_connected; unknowns are counted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687"/>
                </a:solidFill>
              </a:defRPr>
            </a:pPr>
            <a:r>
              <a:t>VOLOPAY · ASSIGNMENT REVIEW          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8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Trade-offs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2E8"/>
                </a:solidFill>
              </a:defRPr>
            </a:pPr>
            <a:r>
              <a:t>Transparent limits and reproducible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Analysis is deterministic keyword-assisted triage; no live AI model or external CRM is called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Updated text marks analysis for review; explicit manual route survives source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Local-first HTML app; export button downloads a JSON bundle and CSV manifest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77056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Known limits: selected sample, adapted text, no authoritative deal table, staff directory or playable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26864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700">
                <a:solidFill>
                  <a:srgbClr val="2B3243"/>
                </a:solidFill>
              </a:defRPr>
            </a:pPr>
            <a:r>
              <a:t>•  AI assistance used for scaffolding and draft materials; human review is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76672"/>
            <a:ext cx="10698480" cy="5943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defRPr sz="1500">
                <a:solidFill>
                  <a:srgbClr val="2B3243"/>
                </a:solidFill>
              </a:defRPr>
            </a:pPr>
            <a:r>
              <a:t>•  Next: validate routing on more data, add accessible keyboard interactions, deploy to an approved static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687"/>
                </a:solidFill>
              </a:defRPr>
            </a:pPr>
            <a:r>
              <a:t>VOLOPAY · ASSIGNMENT REVIEW          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